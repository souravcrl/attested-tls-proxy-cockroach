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Attested TLS Proxy project presentation.</a:t>
            </a:r>
          </a:p>
          <a:p/>
          <a:p>
            <a:r>
              <a:t>This project enhances TLS 1.3 with hardware-rooted attestation for CockroachDB connections using AMD SEV-SNP Trusted Execution Environments.</a:t>
            </a:r>
          </a:p>
          <a:p/>
          <a:p>
            <a:r>
              <a:t>The goal is to ensure not just WHO is connecting (traditional TLS), but WHAT is running - providing cryptographic proof of the exact software executing in the proxy before granting access.</a:t>
            </a:r>
          </a:p>
          <a:p/>
          <a:p>
            <a:r>
              <a:t>I'm Sourav Sarangi, and I'll walk you through the background, our approach, a live demo, and key learnings from this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Traditional TLS certificates prove IDENTITY - they verify WHO is connecting by validating the certificate chain. However, they don't prove INTEGRITY - what software is actually running on the client.</a:t>
            </a:r>
          </a:p>
          <a:p/>
          <a:p>
            <a:r>
              <a:t>This creates a security gap: a compromised client with valid certificates can still connect to your database. The attacker has legitimate credentials but is running malicious code.</a:t>
            </a:r>
          </a:p>
          <a:p/>
          <a:p>
            <a:r>
              <a:t>This matters especially for:</a:t>
            </a:r>
          </a:p>
          <a:p>
            <a:r>
              <a:t>- AI inference gateways requiring code provenance</a:t>
            </a:r>
          </a:p>
          <a:p>
            <a:r>
              <a:t>- Database front-ends with strict compliance requirements</a:t>
            </a:r>
          </a:p>
          <a:p>
            <a:r>
              <a:t>- Zero-trust architectures needing hardware-based trust anchors</a:t>
            </a:r>
          </a:p>
          <a:p/>
          <a:p>
            <a:r>
              <a:t>Our solution: Attested TLS embeds hardware-rooted attestation into the TLS 1.3 handshake, allowing cryptographic verification of the exact software running before granting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implementation combines AMD SEV-SNP Trusted Execution Environments with IETF standards:</a:t>
            </a:r>
          </a:p>
          <a:p/>
          <a:p>
            <a:r>
              <a:t>AMD SEV-SNP: The AMD Secure Processor (PSP) - not the guest OS - generates a 1184-byte attestation report containing a SHA-384 measurement of firmware, kernel, and application code. This is hardware-rooted, so the client cannot forge it.</a:t>
            </a:r>
          </a:p>
          <a:p/>
          <a:p>
            <a:r>
              <a:t>RFC 9261 (TLS Exported Authenticators): We embed this attestation in an X.509 certificate extension during the TLS 1.3 handshake. This is a published IETF standard, not a draft.</a:t>
            </a:r>
          </a:p>
          <a:p/>
          <a:p>
            <a:r>
              <a:t>Nonce-based validation: Before connecting, clients MUST request a fresh cryptographically-secure 32-byte nonce from the server. This nonce has a 5-minute TTL and is one-time-use. The most common denial reason in production is missing or expired nonces.</a:t>
            </a:r>
          </a:p>
          <a:p/>
          <a:p>
            <a:r>
              <a:t>Policy engine: The proxy verifies the measurement matches expected values, TCB version meets minimum requirements, and security flags like debug and SMT are disabled.</a:t>
            </a:r>
          </a:p>
          <a:p/>
          <a:p>
            <a:r>
              <a:t>Transparent proxy: CockroachDB runs unmodified in the same SEV-SNP VM. Both proxy AND database get end-to-end attestation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me show you the live demo running on this machine.</a:t>
            </a:r>
          </a:p>
          <a:p/>
          <a:p>
            <a:r>
              <a:t>One command setup: Just run ./run-cluster-demo.sh and it automatically detects if you're on a real SEV-SNP VM or macOS/Linux and uses real or mock attestation accordingly. No manual configuration needed.</a:t>
            </a:r>
          </a:p>
          <a:p/>
          <a:p>
            <a:r>
              <a:t>The demo spins up: 3 CockroachDB nodes, 3 Attested TLS proxies with server-side nonce validation, HTTP API servers, and a real-time dashboard.</a:t>
            </a:r>
          </a:p>
          <a:p/>
          <a:p>
            <a:r>
              <a:t>Dashboard at localhost:9090 shows:</a:t>
            </a:r>
          </a:p>
          <a:p>
            <a:r>
              <a:t>- Real-time metrics: total clients, active connections, proxy nodes, denied clients</a:t>
            </a:r>
          </a:p>
          <a:p>
            <a:r>
              <a:t>- Denial analytics: bar chart showing denial reasons by type - nonce_validation is most common</a:t>
            </a:r>
          </a:p>
          <a:p>
            <a:r>
              <a:t>- Proxy distribution: pie chart showing clients across proxy nodes</a:t>
            </a:r>
          </a:p>
          <a:p>
            <a:r>
              <a:t>- Attestation audit log: full history with pagination and hover tooltips</a:t>
            </a:r>
          </a:p>
          <a:p/>
          <a:p>
            <a:r>
              <a:t>Test clients demonstrate different scenarios:</a:t>
            </a:r>
          </a:p>
          <a:p>
            <a:r>
              <a:t>- Valid attestations with proper nonce → ALLOWED</a:t>
            </a:r>
          </a:p>
          <a:p>
            <a:r>
              <a:t>- Invalid nonce/expired/missing → DENIED with reason "nonce_validation"</a:t>
            </a:r>
          </a:p>
          <a:p>
            <a:r>
              <a:t>- Low TCB version → DENIED with reason "tcb_version"</a:t>
            </a:r>
          </a:p>
          <a:p>
            <a:r>
              <a:t>- Debug mode enabled → DENIED with reason "debug_mode"</a:t>
            </a:r>
          </a:p>
          <a:p>
            <a:r>
              <a:t>- SMT enabled → DENIED with reason "smt"</a:t>
            </a:r>
          </a:p>
          <a:p/>
          <a:p>
            <a:r>
              <a:t>Everything auto-refreshes every 5 seconds so you see live updates as clients connect.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learnings from this project:</a:t>
            </a:r>
          </a:p>
          <a:p/>
          <a:p>
            <a:r>
              <a:t>Composite standards approach: There's no single RFC for attestation. We use RFC 9334 for RATS architecture, RFC 9261 for TLS integration, RFC 8392 for token format, and AMD SEV-SNP spec for the TEE-specific report. We explicitly do NOT use draft-fossati-tls-attestation-04.</a:t>
            </a:r>
          </a:p>
          <a:p/>
          <a:p>
            <a:r>
              <a:t>Measurement stability: VM redeployment can change measurements if kernel/firmware updates. Best practices: pin VM images to specific versions (not "latest"), use measurement allow lists for multiple acceptable versions, and automate updates with CoRIM (Concise Reference Integrity Manifest) in CI/CD.</a:t>
            </a:r>
          </a:p>
          <a:p/>
          <a:p>
            <a:r>
              <a:t>Phase 3 roadmap includes:</a:t>
            </a:r>
          </a:p>
          <a:p>
            <a:r>
              <a:t>- Phase 3.1: AMD KDS integration for dynamic certificate fetching</a:t>
            </a:r>
          </a:p>
          <a:p>
            <a:r>
              <a:t>- Phase 3.2: CoRIM protocol for signed reference value distribution</a:t>
            </a:r>
          </a:p>
          <a:p>
            <a:r>
              <a:t>- Phase 3.3: External verifier support (Veraison, Azure Attestation, GCP)</a:t>
            </a:r>
          </a:p>
          <a:p/>
          <a:p>
            <a:r>
              <a:t>Testing status: 73% pass rate (8 out of 11 tests). All attestation verification tests pass. All policy enforcement tests pass. All E2E connection tests pass. The 3 failing tests are SQL-specific and hit an architectural limitation with Go's database/sql driver - but the simplified E2E tests already prove the proxy works.</a:t>
            </a:r>
          </a:p>
          <a:p/>
          <a:p>
            <a:r>
              <a:t>Production ready: We have Terraform templates for GCP and Azure deployment, a real-time monitoring dashboard, comprehensive documentation, and a one-command demo that works on both real SEV-SNP hardware and development machines.</a:t>
            </a:r>
          </a:p>
          <a:p/>
          <a:p>
            <a:r>
              <a:t>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7772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2F7E5"/>
                </a:solidFill>
              </a:defRPr>
            </a:pPr>
            <a:r>
              <a:t>Attested TLS Proxy for CockroachDB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834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EEEEEE"/>
                </a:solidFill>
              </a:defRPr>
            </a:pPr>
            <a:r>
              <a:t>Presented by Sourav Sarangi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2F7E5"/>
                </a:solidFill>
              </a:defRPr>
            </a:pPr>
            <a:r>
              <a:t>Background: Why Attested TLS?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Traditional TLS proves identity (who), not integrity (what)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Problem: Compromised client with valid certificates can still connect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Use cases: AI inference gateways, database front-ends, zero-trust architectures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Solution: Hardware-rooted attestation embedded in TLS handshake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2F7E5"/>
                </a:solidFill>
              </a:defRPr>
            </a:pPr>
            <a:r>
              <a:t>Approach: AMD SEV-SNP + RFC 9261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AMD SEV-SNP: Hardware generates 1184-byte attestation report with measurement SHA-384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RFC 9261: Embed attestation in X.509 certificate extension during TLS handshake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Nonce-based validation: Server-issued challenge prevents replay attacks (5-min TTL)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Policy engine: Verify measurement, TCB version, debug disabled, SMT disabled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Zero backend changes: Transparent proxy - CockroachDB requires no modifications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2F7E5"/>
                </a:solidFill>
              </a:defRPr>
            </a:pPr>
            <a:r>
              <a:t>Live Demo: Real-Time Attestation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One command setup: ./run-cluster-demo.sh (auto-detects SEV-SNP vs mock)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3 CockroachDB nodes + 3 Attested TLS proxies + HTTP APIs + Dashboard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Dashboard (localhost:9090): Metrics, denial analytics by type, attestation audit log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Test clients demonstrate: ✓ Valid (ALLOWED) vs ✗ Invalid nonce/TCB/debug/SMT (DENIED)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Auto-refresh every 5 seconds with bar/pie charts and paginated attestation records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2F7E5"/>
                </a:solidFill>
              </a:defRPr>
            </a:pPr>
            <a:r>
              <a:t>Reflection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Key learnings: Composite standards approach (RFC 9334 + 9261 + 8392 + AMD spec)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Measurement stability: Pin VM images, use allow lists, automate with CoRIM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Phase 3 roadmap: AMD KDS integration, CoRIM protocol, external verifiers (Veraison)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Testing: 73% pass rate (8/11), all attestation verification works, E2E proven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Production ready: Terraform for GCP/Azure, dashboard monitoring, comprehensive 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